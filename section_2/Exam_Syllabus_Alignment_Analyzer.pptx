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69680" y="-1097280"/>
            <a:ext cx="3657600" cy="822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0" dirty="0">
                <a:solidFill>
                  <a:srgbClr val="1F32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</a:t>
            </a:r>
            <a:endParaRPr lang="en-US" sz="460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TAKE-HOME PROTOTYPE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42316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Exam–Syllabus</a:t>
            </a:r>
            <a:endParaRPr lang="en-US" sz="5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Alignment Analyzer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43434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exam paper test what the syllabus says it should — and where do the marks actually fall?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Vienna Wong</a:t>
            </a:r>
            <a:pPr indent="0" marL="0">
              <a:buNone/>
            </a:pPr>
            <a:r>
              <a:rPr lang="en-US" sz="14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·    O-Level History 2174, Specimen Paper 1 + Upper Secondary syllabus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BRIEF, IN ONE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syllabus already contains the two structures the brief asks about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asks for two analyses: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651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with objectives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3182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each question test the skills the syllabus names?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03520" y="28803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126480" y="2468880"/>
            <a:ext cx="5440680" cy="1508760"/>
          </a:xfrm>
          <a:prstGeom prst="roundRect">
            <a:avLst>
              <a:gd name="adj" fmla="val 3636"/>
            </a:avLst>
          </a:prstGeom>
          <a:solidFill>
            <a:srgbClr val="159A8C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26151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55080" y="28895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Objectives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34015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— e.g. Interpret &amp; Evaluate Sources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4572000" cy="150876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34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topic weightage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9651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the marks spread across what's taught?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03520" y="4663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126480" y="4251960"/>
            <a:ext cx="5440680" cy="1508760"/>
          </a:xfrm>
          <a:prstGeom prst="roundRect">
            <a:avLst>
              <a:gd name="adj" fmla="val 3636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43982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467258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units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518464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topics — e.g. Dutch Indonesia 1870s–1920s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both from the syllabus, map every question to them, then add up the marks. That framing is the whole architecture.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Judgement and arithmetic, deliberately separated</a:t>
            </a:r>
            <a:endParaRPr lang="en-US" sz="3000" dirty="0"/>
          </a:p>
        </p:txBody>
      </p:sp>
      <p:pic>
        <p:nvPicPr>
          <p:cNvPr id="4" name="Image 0" descr="/mnt/user-data/uploads/architectu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6949440" cy="369651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955280" y="178308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F4F6F9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183880" y="239572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 is the unit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183880" y="2788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has parts (a)–(e), each with its own marks and skill. Aggregating at “Question 1” would erase the signal the tool exists to find.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955280" y="393192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16243A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183880" y="454456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judges, Python counts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183880" y="49377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does the one genuinely hard step — mapping. Plain Python sums the marks. The numbers are reproducible, cheap, and never hallucinated.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choices that make an answer auditable, not just plausible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731520" cy="731520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1284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+ justification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mapping carries a 0–1 confidence and a one-line reason. An unverifiable label becomes something a curriculum officer can check in seconds.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61688" y="192024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</p:sp>
      <p:sp>
        <p:nvSpPr>
          <p:cNvPr id="10" name="Shape 8"/>
          <p:cNvSpPr/>
          <p:nvPr/>
        </p:nvSpPr>
        <p:spPr>
          <a:xfrm>
            <a:off x="4636008" y="2194560"/>
            <a:ext cx="731520" cy="731520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21284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6008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 outputs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636008" y="3749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may only pick from the extracted unit / AO IDs, or the explicit “unmapped” sentinel. It cannot invent a category to hide uncertainty.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83296" y="192024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F4F6F9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7616" y="2194560"/>
            <a:ext cx="731520" cy="731520"/>
          </a:xfrm>
          <a:prstGeom prst="ellipse">
            <a:avLst/>
          </a:prstGeom>
          <a:solidFill>
            <a:srgbClr val="159A8C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212848"/>
            <a:ext cx="7315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57616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Verbatim evidence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357616" y="374904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extracted unit and objective quotes the syllabus line it came from — so the rubric itself is traceable back to the source document.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aren't decoration — they enable human-in-the-loop routing (low confidence → review) and the calibration analysis later in this deck.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 run: 2174 Paper 1</a:t>
            </a:r>
            <a:endParaRPr lang="en-US" sz="3000" dirty="0"/>
          </a:p>
        </p:txBody>
      </p:sp>
      <p:pic>
        <p:nvPicPr>
          <p:cNvPr id="4" name="Image 0" descr="/mnt/user-data/uploads/ui_upload_stage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783080"/>
            <a:ext cx="5669280" cy="36341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751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78040" y="1810512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extracted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178040" y="215798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content units + 3 AOs — the AOs match SEAB's published rubric word-for-word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7512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178040" y="2843784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sub-questions parsed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7178040" y="319125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Q1a–Q1e source-based + Q2a/Q2b/Q3/Q4 essays · 70 marks total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675120" y="3895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7178040" y="3877056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table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7178040" y="4224528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question's units, AOs, a confidence bar, and a justification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675120" y="49286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78040" y="4910328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Weightage + gaps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178040" y="525780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WWII-Europe 25.7%; 10 of 17 units carry zero marks in this one paper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675120" y="59893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62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“Point at Q1c — confidence 0.40. The model is telling us itself that this one needs a human.”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· THE TWO ANALYSES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are balanced; one topic dominates</a:t>
            </a:r>
            <a:endParaRPr lang="en-US" sz="3000" dirty="0"/>
          </a:p>
        </p:txBody>
      </p:sp>
      <p:pic>
        <p:nvPicPr>
          <p:cNvPr id="4" name="Image 0" descr="/mnt/user-data/uploads/weightage_by_a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29200" cy="2857500"/>
          </a:xfrm>
          <a:prstGeom prst="rect">
            <a:avLst/>
          </a:prstGeom>
        </p:spPr>
      </p:pic>
      <p:pic>
        <p:nvPicPr>
          <p:cNvPr id="5" name="Image 1" descr="/mnt/user-data/uploads/coverage_map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28800"/>
            <a:ext cx="5577840" cy="29512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48006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the three objectives the paper is even (35 / 32 / 32%).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5943600" y="50292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only 7 of 17 units appear — useful as a signal across years, not a verdict on one specimen paper.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measure agreement with a human — not “correctness”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is itself uncertain. Trained markers disagree on which objective a question tests. So the metrics are built for multi-label answers, and the premise is agreement, not an oracle.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F3251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7523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Content-unit overlap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96112" y="31363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is near single-label — any intersection of predicted and gold counts as agreement.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260604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F3251"/>
          </a:solidFill>
          <a:ln/>
        </p:spPr>
      </p:sp>
      <p:sp>
        <p:nvSpPr>
          <p:cNvPr id="9" name="Text 7"/>
          <p:cNvSpPr/>
          <p:nvPr/>
        </p:nvSpPr>
        <p:spPr>
          <a:xfrm>
            <a:off x="6382512" y="275234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micro P / R / F1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2512" y="31363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are multi-label; scored over every (question, objective) pair.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0233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F3251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169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mean Jaccard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4553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Per-question set overlap — penalises both misses and false positives.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4023360"/>
            <a:ext cx="5212080" cy="1234440"/>
          </a:xfrm>
          <a:prstGeom prst="roundRect">
            <a:avLst>
              <a:gd name="adj" fmla="val 4444"/>
            </a:avLst>
          </a:prstGeom>
          <a:solidFill>
            <a:srgbClr val="1F3251"/>
          </a:solidFill>
          <a:ln/>
        </p:spPr>
      </p:sp>
      <p:sp>
        <p:nvSpPr>
          <p:cNvPr id="15" name="Text 13"/>
          <p:cNvSpPr/>
          <p:nvPr/>
        </p:nvSpPr>
        <p:spPr>
          <a:xfrm>
            <a:off x="6382512" y="416966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82512" y="4553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higher-confidence calls actually agree more? This is what makes routing possible.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0080" y="56235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set: 9 items, hand-labelled by me. Production would use multiple trained markers and report inter-annotator agreement (Krippendorff's α). The submission is about the method, which scales with labels.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HEADLINE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model lands against the human labels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15798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evaluated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37560" y="201168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8" name="Text 6"/>
          <p:cNvSpPr/>
          <p:nvPr/>
        </p:nvSpPr>
        <p:spPr>
          <a:xfrm>
            <a:off x="3337560" y="215798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2900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overlap accuracy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201168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EAF6F4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15798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12648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micro-precision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732520" y="201168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215798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823960" y="29260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micro-F1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6576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039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0.88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3152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micro-recall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337560" y="365760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20" name="Text 18"/>
          <p:cNvSpPr/>
          <p:nvPr/>
        </p:nvSpPr>
        <p:spPr>
          <a:xfrm>
            <a:off x="3337560" y="3803904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0.89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3429000" y="45720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mean Jaccard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035040" y="3657600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16243A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37947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is perfect.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263640" y="416052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objective the model assigns is one a human would assign too. All the error is in misses, not false positives — and that asymmetry is itself useful.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opposite stories in one evaluation</a:t>
            </a:r>
            <a:endParaRPr lang="en-US" sz="3000" dirty="0"/>
          </a:p>
        </p:txBody>
      </p:sp>
      <p:pic>
        <p:nvPicPr>
          <p:cNvPr id="4" name="Image 0" descr="/mnt/user-data/uploads/calibra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5029200" cy="2857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783080"/>
            <a:ext cx="5577840" cy="1600200"/>
          </a:xfrm>
          <a:prstGeom prst="roundRect">
            <a:avLst>
              <a:gd name="adj" fmla="val 3429"/>
            </a:avLst>
          </a:prstGeom>
          <a:solidFill>
            <a:srgbClr val="EAF6F4"/>
          </a:solidFill>
          <a:ln/>
        </p:spPr>
      </p:sp>
      <p:sp>
        <p:nvSpPr>
          <p:cNvPr id="6" name="Text 3"/>
          <p:cNvSpPr/>
          <p:nvPr/>
        </p:nvSpPr>
        <p:spPr>
          <a:xfrm>
            <a:off x="6199632" y="193852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working — </a:t>
            </a:r>
            <a:pPr indent="0" marL="0">
              <a:buNone/>
            </a:pP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Q1c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199632" y="2331720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the wrong unit (Cold War origins, not WWII-Europe) — but flagged itself at 0.40. A “confidence &lt; 0.5 → review” rule catches it. The model is honest when it doesn't know.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943600" y="3520440"/>
            <a:ext cx="5577840" cy="2194560"/>
          </a:xfrm>
          <a:prstGeom prst="roundRect">
            <a:avLst>
              <a:gd name="adj" fmla="val 2500"/>
            </a:avLst>
          </a:prstGeom>
          <a:solidFill>
            <a:srgbClr val="FBEDED"/>
          </a:solidFill>
          <a:ln/>
        </p:spPr>
      </p:sp>
      <p:sp>
        <p:nvSpPr>
          <p:cNvPr id="9" name="Text 6"/>
          <p:cNvSpPr/>
          <p:nvPr/>
        </p:nvSpPr>
        <p:spPr>
          <a:xfrm>
            <a:off x="6199632" y="367588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failing — </a:t>
            </a:r>
            <a:pPr indent="0" marL="0">
              <a:buNone/>
            </a:pPr>
            <a:r>
              <a:rPr lang="en-US" sz="15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Q1a &amp; Q1d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199632" y="406908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at 0.95 confidence, both missed </a:t>
            </a:r>
            <a:pPr indent="0" marL="0">
              <a:buNone/>
            </a:pPr>
            <a:r>
              <a:rPr lang="en-US" sz="1300" i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Knowledge</a:t>
            </a:r>
            <a:pPr indent="0" marL="0">
              <a:buNone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“How useful is Source A as evidence of Hitler's foreign-policy ambitions?” — you can't judge utility without knowing the history. The model tagged source-skills only, confidently.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99632" y="513892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Overconfidence on a systematic blind spot — invisible from the weightage charts. The evaluation surfaced it.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22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I'd fix first — and the honest caveats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5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priority order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97280" y="21762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the mark scheme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97280" y="24871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AO weighting per question — the direct fix for the Q1a/Q1d miss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980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97280" y="296265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Multi-marker gold set + IAA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97280" y="327355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the metrics a meaningful floor: match human–human agreement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767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LLM-as-judge to scale labels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97280" y="40599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eval set once anchored to humans; spot-check by sampling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" y="4553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097280" y="4535424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Confidence-threshold routing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97280" y="4846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against the agreement floor; only below-threshold goes to review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3400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A3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097280" y="532180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analysis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97280" y="563270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across N years reveals syllabus drift and coverage gaps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1783080"/>
            <a:ext cx="5257800" cy="4434840"/>
          </a:xfrm>
          <a:prstGeom prst="roundRect">
            <a:avLst>
              <a:gd name="adj" fmla="val 1237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before the panel does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37960" y="2377440"/>
            <a:ext cx="4800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Born-digital PDFs only — scanned input is refused, not silently mangled (OCR out of scope).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scheme not yet ingested — the single biggest accuracy lever.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Single-marker gold set (me) — needs trained markers + inter-annotator agreement.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specimen paper — coverage gaps are only meaningful across several years.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Claude Sonnet 4.6, free-tier-feasible — a larger model might close the recall gap, but I haven't measured it.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I'D CARRY TO ANY SIMILAR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principles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9659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analysis to structure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583680" y="1965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structure already in the source data before designing anything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0080" y="28072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807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judgement from arithmetic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80720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LLM where uncertainty truly lives; plain code everywhere else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64845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364845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unit that keeps the signal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364845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sub-question, not question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448970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4897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 outputs, demand a reason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448970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categories only, with confidence + justification on every call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33095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9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5330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ground truth as uncertain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83680" y="533095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agreement, design metrics for the multi-label reality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dig into the code, the eval, or a fresh problem.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Exam–Syllabus Alignment Analyzer</dc:title>
  <dc:subject>PptxGenJS Presentation</dc:subject>
  <dc:creator>Vienna Wong</dc:creator>
  <cp:lastModifiedBy>Vienna Wong</cp:lastModifiedBy>
  <cp:revision>1</cp:revision>
  <dcterms:created xsi:type="dcterms:W3CDTF">2026-05-28T13:00:11Z</dcterms:created>
  <dcterms:modified xsi:type="dcterms:W3CDTF">2026-05-28T13:00:11Z</dcterms:modified>
</cp:coreProperties>
</file>